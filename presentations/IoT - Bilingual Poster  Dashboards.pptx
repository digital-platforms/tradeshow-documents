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DFDFD"/>
    <a:srgbClr val="FCFCFC"/>
    <a:srgbClr val="101115"/>
    <a:srgbClr val="0A193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ary, William (SSC/SPC)" userId="S::william.santary@ssc-spc.gc.ca::814a48ca-012d-4ca1-b5bb-6cae5dcd0326" providerId="AD" clId="Web-{1C025907-E645-070A-B748-27774E69E064}"/>
    <pc:docChg chg="modSld">
      <pc:chgData name="Santary, William (SSC/SPC)" userId="S::william.santary@ssc-spc.gc.ca::814a48ca-012d-4ca1-b5bb-6cae5dcd0326" providerId="AD" clId="Web-{1C025907-E645-070A-B748-27774E69E064}" dt="2026-01-19T18:54:33.926" v="2" actId="1076"/>
      <pc:docMkLst>
        <pc:docMk/>
      </pc:docMkLst>
      <pc:sldChg chg="modSp">
        <pc:chgData name="Santary, William (SSC/SPC)" userId="S::william.santary@ssc-spc.gc.ca::814a48ca-012d-4ca1-b5bb-6cae5dcd0326" providerId="AD" clId="Web-{1C025907-E645-070A-B748-27774E69E064}" dt="2026-01-19T18:54:33.926" v="2" actId="1076"/>
        <pc:sldMkLst>
          <pc:docMk/>
          <pc:sldMk cId="109857222" sldId="256"/>
        </pc:sldMkLst>
        <pc:picChg chg="mod">
          <ac:chgData name="Santary, William (SSC/SPC)" userId="S::william.santary@ssc-spc.gc.ca::814a48ca-012d-4ca1-b5bb-6cae5dcd0326" providerId="AD" clId="Web-{1C025907-E645-070A-B748-27774E69E064}" dt="2026-01-19T18:54:33.926" v="2" actId="1076"/>
          <ac:picMkLst>
            <pc:docMk/>
            <pc:sldMk cId="109857222" sldId="256"/>
            <ac:picMk id="4" creationId="{16FE890D-B88A-6EEB-E974-1D42537638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32AE0-C1B5-3681-A97A-EC14D89246C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466388" y="63500"/>
            <a:ext cx="1697037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| Non classifié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043442-6B0C-084D-053C-E2ED0DD4B9B8}"/>
              </a:ext>
            </a:extLst>
          </p:cNvPr>
          <p:cNvSpPr/>
          <p:nvPr/>
        </p:nvSpPr>
        <p:spPr>
          <a:xfrm>
            <a:off x="0" y="251460"/>
            <a:ext cx="12192000" cy="6606540"/>
          </a:xfrm>
          <a:prstGeom prst="rect">
            <a:avLst/>
          </a:prstGeom>
          <a:solidFill>
            <a:srgbClr val="0A19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6FE890D-B88A-6EEB-E974-1D4253763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" b="-120"/>
          <a:stretch>
            <a:fillRect/>
          </a:stretch>
        </p:blipFill>
        <p:spPr>
          <a:xfrm>
            <a:off x="605790" y="396284"/>
            <a:ext cx="11323320" cy="632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216F03-DC78-34B6-6A36-817B00729F36}"/>
              </a:ext>
            </a:extLst>
          </p:cNvPr>
          <p:cNvSpPr/>
          <p:nvPr/>
        </p:nvSpPr>
        <p:spPr>
          <a:xfrm>
            <a:off x="0" y="251460"/>
            <a:ext cx="12192000" cy="6606540"/>
          </a:xfrm>
          <a:prstGeom prst="rect">
            <a:avLst/>
          </a:prstGeom>
          <a:solidFill>
            <a:srgbClr val="0A19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8CB4B3-56F2-B796-BC21-0EF5FA18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" r="-56" b="99"/>
          <a:stretch>
            <a:fillRect/>
          </a:stretch>
        </p:blipFill>
        <p:spPr>
          <a:xfrm>
            <a:off x="434529" y="414201"/>
            <a:ext cx="11326578" cy="630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52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822BEB-824F-4A2B-DEF8-484EFC07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389"/>
            <a:ext cx="12192000" cy="660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53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89808436-A408-4232-78B7-5F82F4F9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271962"/>
            <a:ext cx="11993880" cy="658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76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E88E6E-4EE8-5C6B-416E-E5FEB73AC8F0}"/>
              </a:ext>
            </a:extLst>
          </p:cNvPr>
          <p:cNvSpPr/>
          <p:nvPr/>
        </p:nvSpPr>
        <p:spPr>
          <a:xfrm>
            <a:off x="0" y="251460"/>
            <a:ext cx="12192000" cy="6606540"/>
          </a:xfrm>
          <a:prstGeom prst="rect">
            <a:avLst/>
          </a:prstGeom>
          <a:solidFill>
            <a:srgbClr val="1011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F4F6EC3C-B1D1-2F6A-1E07-5C7BE244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" y="280752"/>
            <a:ext cx="12191152" cy="62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66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35E23F-AA56-472C-FA00-53041DBC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223"/>
            <a:ext cx="12192000" cy="660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5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5FE68-ACA1-92F1-B1B1-29FC4654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348"/>
            <a:ext cx="12192000" cy="660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47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A5861C9B80AD4E9BC127B0A7E1A047" ma:contentTypeVersion="18" ma:contentTypeDescription="Create a new document." ma:contentTypeScope="" ma:versionID="b6b4940f453240a6d75bea9edda0b667">
  <xsd:schema xmlns:xsd="http://www.w3.org/2001/XMLSchema" xmlns:xs="http://www.w3.org/2001/XMLSchema" xmlns:p="http://schemas.microsoft.com/office/2006/metadata/properties" xmlns:ns2="fd66286f-cd2f-4628-8e8b-4f713f67fae0" xmlns:ns3="1b1d29c6-a309-4658-a5f5-7150c14c22c0" targetNamespace="http://schemas.microsoft.com/office/2006/metadata/properties" ma:root="true" ma:fieldsID="a35ed52aeb5092aeb138f12134702ead" ns2:_="" ns3:_="">
    <xsd:import namespace="fd66286f-cd2f-4628-8e8b-4f713f67fae0"/>
    <xsd:import namespace="1b1d29c6-a309-4658-a5f5-7150c14c22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6286f-cd2f-4628-8e8b-4f713f67fa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44945db-1062-49f2-aa89-5404156f68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d29c6-a309-4658-a5f5-7150c14c22c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5613e8a-1018-44e8-8651-2127808bf28e}" ma:internalName="TaxCatchAll" ma:showField="CatchAllData" ma:web="1b1d29c6-a309-4658-a5f5-7150c14c22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1d29c6-a309-4658-a5f5-7150c14c22c0" xsi:nil="true"/>
    <lcf76f155ced4ddcb4097134ff3c332f xmlns="fd66286f-cd2f-4628-8e8b-4f713f67fae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F18AD9-1E23-495A-80AD-6A1389CD02B3}">
  <ds:schemaRefs>
    <ds:schemaRef ds:uri="1b1d29c6-a309-4658-a5f5-7150c14c22c0"/>
    <ds:schemaRef ds:uri="fd66286f-cd2f-4628-8e8b-4f713f67fa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16FB723-8825-4866-A9BC-5D8D7F1ECD82}">
  <ds:schemaRefs>
    <ds:schemaRef ds:uri="1b1d29c6-a309-4658-a5f5-7150c14c22c0"/>
    <ds:schemaRef ds:uri="fd66286f-cd2f-4628-8e8b-4f713f67fae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11BC3CD-68DD-4B54-8529-96B97CE6DF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Santary, William (SSC/SPC)</cp:lastModifiedBy>
  <cp:revision>1</cp:revision>
  <dcterms:created xsi:type="dcterms:W3CDTF">2025-06-02T19:12:37Z</dcterms:created>
  <dcterms:modified xsi:type="dcterms:W3CDTF">2026-01-22T15:03:21Z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0x01010067A5861C9B80AD4E9BC127B0A7E1A047</vt:lpwstr>
  </property>
  <property fmtid="{D5CDD505-2E9C-101B-9397-08002B2CF9AE}" pid="3" name="MSIP_Label_8951c139-e885-4e7f-8042-c4c17a61b6ec_Enabled">
    <vt:lpwstr>true</vt:lpwstr>
  </property>
  <property fmtid="{D5CDD505-2E9C-101B-9397-08002B2CF9AE}" pid="4" name="MSIP_Label_8951c139-e885-4e7f-8042-c4c17a61b6ec_SetDate">
    <vt:lpwstr>2025-06-02T19:12:43Z</vt:lpwstr>
  </property>
  <property fmtid="{D5CDD505-2E9C-101B-9397-08002B2CF9AE}" pid="5" name="MSIP_Label_8951c139-e885-4e7f-8042-c4c17a61b6ec_Method">
    <vt:lpwstr>Standard</vt:lpwstr>
  </property>
  <property fmtid="{D5CDD505-2E9C-101B-9397-08002B2CF9AE}" pid="6" name="MSIP_Label_8951c139-e885-4e7f-8042-c4c17a61b6ec_Name">
    <vt:lpwstr>Unclassified</vt:lpwstr>
  </property>
  <property fmtid="{D5CDD505-2E9C-101B-9397-08002B2CF9AE}" pid="7" name="MSIP_Label_8951c139-e885-4e7f-8042-c4c17a61b6ec_SiteId">
    <vt:lpwstr>d05bc194-94bf-4ad6-ae2e-1db0f2e38f5e</vt:lpwstr>
  </property>
  <property fmtid="{D5CDD505-2E9C-101B-9397-08002B2CF9AE}" pid="8" name="MSIP_Label_8951c139-e885-4e7f-8042-c4c17a61b6ec_ActionId">
    <vt:lpwstr>4c8c6364-3785-4710-871a-5435aba4a3ac</vt:lpwstr>
  </property>
  <property fmtid="{D5CDD505-2E9C-101B-9397-08002B2CF9AE}" pid="9" name="MSIP_Label_8951c139-e885-4e7f-8042-c4c17a61b6ec_ContentBits">
    <vt:lpwstr>1</vt:lpwstr>
  </property>
  <property fmtid="{D5CDD505-2E9C-101B-9397-08002B2CF9AE}" pid="10" name="MSIP_Label_8951c139-e885-4e7f-8042-c4c17a61b6ec_Tag">
    <vt:lpwstr>10, 3, 0, 2</vt:lpwstr>
  </property>
  <property fmtid="{D5CDD505-2E9C-101B-9397-08002B2CF9AE}" pid="11" name="ClassificationContentMarkingHeaderLocations">
    <vt:lpwstr>office theme:8</vt:lpwstr>
  </property>
  <property fmtid="{D5CDD505-2E9C-101B-9397-08002B2CF9AE}" pid="12" name="ClassificationContentMarkingHeaderText">
    <vt:lpwstr>Unclassified | Non classifié</vt:lpwstr>
  </property>
  <property fmtid="{D5CDD505-2E9C-101B-9397-08002B2CF9AE}" pid="13" name="MediaServiceImageTags">
    <vt:lpwstr/>
  </property>
</Properties>
</file>